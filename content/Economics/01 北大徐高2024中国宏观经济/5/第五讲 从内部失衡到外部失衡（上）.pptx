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2" r:id="rId6"/>
    <p:sldId id="263" r:id="rId7"/>
    <p:sldId id="266" r:id="rId8"/>
    <p:sldId id="270" r:id="rId9"/>
    <p:sldId id="272" r:id="rId10"/>
    <p:sldId id="275" r:id="rId11"/>
    <p:sldId id="276" r:id="rId12"/>
    <p:sldId id="277" r:id="rId13"/>
    <p:sldId id="279" r:id="rId14"/>
    <p:sldId id="280" r:id="rId15"/>
    <p:sldId id="28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4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</Words>
  <Application>Microsoft Office PowerPoint</Application>
  <PresentationFormat>On-screen Show (16:9)</PresentationFormat>
  <Paragraphs>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haochen wang</cp:lastModifiedBy>
  <cp:revision>2</cp:revision>
  <dcterms:created xsi:type="dcterms:W3CDTF">2025-10-21T15:39:56Z</dcterms:created>
  <dcterms:modified xsi:type="dcterms:W3CDTF">2025-12-24T16:28:36Z</dcterms:modified>
</cp:coreProperties>
</file>