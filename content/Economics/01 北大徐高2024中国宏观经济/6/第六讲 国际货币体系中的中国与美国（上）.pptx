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76" r:id="rId7"/>
    <p:sldId id="261" r:id="rId8"/>
    <p:sldId id="262" r:id="rId9"/>
    <p:sldId id="283" r:id="rId10"/>
    <p:sldId id="264" r:id="rId11"/>
    <p:sldId id="284" r:id="rId12"/>
    <p:sldId id="266" r:id="rId13"/>
    <p:sldId id="267" r:id="rId14"/>
    <p:sldId id="287" r:id="rId15"/>
    <p:sldId id="288" r:id="rId16"/>
    <p:sldId id="271" r:id="rId17"/>
    <p:sldId id="289" r:id="rId18"/>
    <p:sldId id="273" r:id="rId19"/>
    <p:sldId id="278" r:id="rId20"/>
    <p:sldId id="292" r:id="rId21"/>
    <p:sldId id="279" r:id="rId22"/>
    <p:sldId id="294" r:id="rId23"/>
    <p:sldId id="280" r:id="rId24"/>
    <p:sldId id="296" r:id="rId25"/>
    <p:sldId id="281" r:id="rId26"/>
    <p:sldId id="282" r:id="rId27"/>
    <p:sldId id="303" r:id="rId28"/>
    <p:sldId id="304" r:id="rId2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9927" autoAdjust="0"/>
  </p:normalViewPr>
  <p:slideViewPr>
    <p:cSldViewPr snapToGrid="0" snapToObjects="1">
      <p:cViewPr varScale="1">
        <p:scale>
          <a:sx n="131" d="100"/>
          <a:sy n="131" d="100"/>
        </p:scale>
        <p:origin x="84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2206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726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20_148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5" y="0"/>
            <a:ext cx="9129911" cy="51436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25_19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5" y="0"/>
            <a:ext cx="9129911" cy="514361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26_207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5" y="0"/>
            <a:ext cx="9129911" cy="514361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31_22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5" y="0"/>
            <a:ext cx="9129911" cy="514361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32_239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5" y="0"/>
            <a:ext cx="9129911" cy="514361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33_24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5" y="0"/>
            <a:ext cx="9129911" cy="514361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36_329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5" y="0"/>
            <a:ext cx="9129911" cy="514361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38_34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5" y="0"/>
            <a:ext cx="9129911" cy="514361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40_38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5" y="0"/>
            <a:ext cx="9129911" cy="514361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47_43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5" y="0"/>
            <a:ext cx="9129911" cy="514361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48_438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5" y="0"/>
            <a:ext cx="9129911" cy="51436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17</Words>
  <Application>Microsoft Office PowerPoint</Application>
  <PresentationFormat>全屏显示(16:9)</PresentationFormat>
  <Paragraphs>17</Paragraphs>
  <Slides>28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0" baseType="lpstr"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haochen wang</cp:lastModifiedBy>
  <cp:revision>3</cp:revision>
  <dcterms:created xsi:type="dcterms:W3CDTF">2025-10-21T15:59:40Z</dcterms:created>
  <dcterms:modified xsi:type="dcterms:W3CDTF">2026-01-12T15:42:29Z</dcterms:modified>
</cp:coreProperties>
</file>